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Baskerville Old Face" panose="02020602080505020303" pitchFamily="18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60DB-796D-09F9-7D93-90986E671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8B41D-39FE-56A0-CC0B-E032E301A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25A11-1BA7-93F5-838D-9F04B50F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7412C-440E-B7B2-85C2-60E51199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ECBE9-B7FC-B396-D3A0-E30DF60D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3806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71B57-3FC7-8F4E-807E-10EA46AC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FD0C2-C178-83D8-8B75-894821B6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C11B3-99D8-F044-3170-695B5D98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5BE18-99F5-97A4-E46E-85069EF6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6AD6B-A851-174C-24C9-D5779E06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967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2BA6-38E3-4781-7188-9BDDF49E6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3067B-402F-7B70-7054-AEF4970B9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98DFB-07BB-6F71-EB69-32DB66817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9B0BD-46C6-A730-95E9-9975FF7E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55B54-E833-F4D5-1224-6B52CB29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7842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9126-EBA9-CC10-9829-D260F9B2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7DC9A-E48E-682F-3CC8-4B8D7FB0E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2127C-343E-5921-71B3-86901724B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2799B-22CA-E0A0-CDAE-0428588E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8CA3B-0DB7-6BF0-D293-3E1EDF32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901EA-D960-4248-A3BC-D50DBC91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157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2556-68EF-C8B8-27FB-67C834A8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C79EC-EBE6-A75D-5FCA-5FF01974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55F8E-F969-1297-D634-2CB3C98B9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38EC3-3ED2-96E7-D46D-E6E5EF8A5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21707-0751-4D98-085C-6012E9E22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58A3F-4067-AFFF-445B-16AAF846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6959A-F81F-3F1A-434D-2F2833C7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8CD26-A1E3-CA51-A4D9-B36BBC92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7829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1445-C5A8-4F13-1E56-D1171536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1DE6B-18DA-2D20-8504-18ABBAB9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9E6DF-E483-B00D-AA4E-1821E937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6910A-D592-1E41-6460-FCE1A8C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331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64B7B-AC93-C278-5123-702CF6E2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1B7D6-E155-E85D-3294-A223A04B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B7D8F-6F10-36AA-F10D-DFBD9F1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10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07E3-85CA-FF1D-CA79-DA2E8C327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3351-528B-4372-DFA8-EE600E7F4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28EA7-DD3B-374A-B75C-8895021A8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F05C-CD51-5C93-56E1-811BC23E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C3381-BE7B-4DB5-A84F-479F7F0C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1B38D-50D1-DEBF-F73D-8D4DD28A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629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4844-7B3E-B8CF-0E29-0C6301CD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2D2641-7695-2C83-C67C-D61DA29CC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8381A-0F36-AC3B-1939-E4697CB0A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77D39-202C-47C3-4122-F053EA99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17F35-CEB0-C460-72E4-8D9C4FC7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4B23C-DBD0-FF67-8EEE-243A89B3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000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A045-9FE7-D0BB-BF05-27A24F388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6498D-A311-2A2B-50F0-010F7F3E0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CBC45-B0EE-CAC9-ACCE-39BB7409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D6AE7-809A-7738-AAB4-16EA635C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4DD29-7F63-78B7-3746-B4BCF7DBA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27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A312B-0CDB-5B5C-1430-AA9E64A51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6A3C0-548B-2DE4-47E6-802BD52D1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9D718-A24B-484B-E69C-1D09433C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83A5B-8955-CD7C-76C4-6CB9DC87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31549-53E1-5CFD-1D75-354170E7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092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7F1E6-5D2E-35E9-300B-7AF8456B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ACBD3-ED86-AB92-031A-6A81C1C39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305D9-F0E3-EC6E-C16C-37B7E0210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75999-2184-4A75-AEE3-FAE70B1CFFFA}" type="datetimeFigureOut">
              <a:rPr lang="en-MY" smtClean="0"/>
              <a:t>30/1/2026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2BEEC-CDFF-8FD9-C766-06A31F7C4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13F9C-D0DA-F115-BC8C-8A5E94B2A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88FAA-BFA6-47C4-A363-0D8DC2422D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703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7681-6FD8-84CA-43D6-4F154602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3219"/>
            <a:ext cx="4858439" cy="95846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askerville Old Face" panose="02020602080505020303" pitchFamily="18" charset="0"/>
              </a:rPr>
              <a:t>The Pinewood Orphanage LORE </a:t>
            </a:r>
            <a:endParaRPr lang="en-MY" sz="4000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91B09-1704-9C02-2409-D3EB125E4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18212"/>
            <a:ext cx="8754737" cy="602670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8000" dirty="0"/>
              <a:t>TPO [mafia]</a:t>
            </a:r>
          </a:p>
          <a:p>
            <a:pPr algn="l"/>
            <a:endParaRPr lang="en-US" sz="8000" dirty="0"/>
          </a:p>
          <a:p>
            <a:pPr algn="l"/>
            <a:r>
              <a:rPr lang="en-US" sz="8000" dirty="0"/>
              <a:t>[the time setting is set in the 1990 with the children being around the age 8-12]</a:t>
            </a:r>
          </a:p>
          <a:p>
            <a:pPr algn="l"/>
            <a:endParaRPr lang="en-US" sz="8000" dirty="0"/>
          </a:p>
          <a:p>
            <a:pPr algn="l"/>
            <a:r>
              <a:rPr lang="en-US" sz="8000" dirty="0"/>
              <a:t>deep in the forest, amongst the pinewood trees, was an orphanage. a small community living a solitude life under one roof. </a:t>
            </a:r>
          </a:p>
          <a:p>
            <a:pPr algn="l"/>
            <a:r>
              <a:rPr lang="en-US" sz="8000" dirty="0"/>
              <a:t>that was until one day.</a:t>
            </a:r>
          </a:p>
          <a:p>
            <a:pPr algn="l"/>
            <a:endParaRPr lang="en-US" sz="16000" dirty="0"/>
          </a:p>
          <a:p>
            <a:pPr algn="l"/>
            <a:r>
              <a:rPr lang="en-US" sz="8000" dirty="0"/>
              <a:t>The Pinewood Orphanage is a small community or "family" set in the far land of the pinewood forest. Mother rosary, the sole caretaker of the children, </a:t>
            </a:r>
          </a:p>
          <a:p>
            <a:pPr algn="l"/>
            <a:r>
              <a:rPr lang="en-US" sz="8000" dirty="0"/>
              <a:t>is a strict, yet a gentle mother figure for them. Despite all not having her blood, she raises them like her own.  </a:t>
            </a:r>
          </a:p>
          <a:p>
            <a:pPr algn="l"/>
            <a:endParaRPr lang="en-US" sz="8000" dirty="0"/>
          </a:p>
          <a:p>
            <a:pPr algn="l"/>
            <a:r>
              <a:rPr lang="en-US" sz="8000" dirty="0"/>
              <a:t>One particular night, a child goes missing. everyone was frantic. except for her, mother rosary. she showed deep concern at first,</a:t>
            </a:r>
          </a:p>
          <a:p>
            <a:pPr algn="l"/>
            <a:r>
              <a:rPr lang="en-US" sz="8000" dirty="0"/>
              <a:t>but turned indifferent a bit too quickly. </a:t>
            </a:r>
          </a:p>
          <a:p>
            <a:pPr algn="l"/>
            <a:endParaRPr lang="en-US" sz="800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93815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Baskerville Old Face</vt:lpstr>
      <vt:lpstr>Calibri Light</vt:lpstr>
      <vt:lpstr>Office Theme</vt:lpstr>
      <vt:lpstr>The Pinewood Orphanage LORE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Asysarman Soleh</dc:creator>
  <cp:lastModifiedBy>Asysarman Soleh</cp:lastModifiedBy>
  <cp:revision>1</cp:revision>
  <dcterms:created xsi:type="dcterms:W3CDTF">2026-01-30T11:44:09Z</dcterms:created>
  <dcterms:modified xsi:type="dcterms:W3CDTF">2026-01-30T11:44:09Z</dcterms:modified>
</cp:coreProperties>
</file>